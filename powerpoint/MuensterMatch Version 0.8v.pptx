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2" r:id="rId5"/>
    <p:sldId id="267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7F4A"/>
    <a:srgbClr val="FCD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80E3D-95C2-401B-A915-041616E54685}" v="2" dt="2026-09-26T12:58:23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e, Maximilian" userId="dafa84c9-54ec-4ab2-8662-7b36881afb35" providerId="ADAL" clId="{DB9EDEB8-B59F-421B-A0ED-5A9BA5E26C28}"/>
    <pc:docChg chg="undo custSel addSld delSld modSld sldOrd">
      <pc:chgData name="Franke, Maximilian" userId="dafa84c9-54ec-4ab2-8662-7b36881afb35" providerId="ADAL" clId="{DB9EDEB8-B59F-421B-A0ED-5A9BA5E26C28}" dt="2026-09-26T13:01:09.556" v="48" actId="47"/>
      <pc:docMkLst>
        <pc:docMk/>
      </pc:docMkLst>
      <pc:sldChg chg="modSp mod">
        <pc:chgData name="Franke, Maximilian" userId="dafa84c9-54ec-4ab2-8662-7b36881afb35" providerId="ADAL" clId="{DB9EDEB8-B59F-421B-A0ED-5A9BA5E26C28}" dt="2026-09-26T12:51:30.159" v="8" actId="1076"/>
        <pc:sldMkLst>
          <pc:docMk/>
          <pc:sldMk cId="1300071524" sldId="256"/>
        </pc:sldMkLst>
        <pc:spChg chg="mod">
          <ac:chgData name="Franke, Maximilian" userId="dafa84c9-54ec-4ab2-8662-7b36881afb35" providerId="ADAL" clId="{DB9EDEB8-B59F-421B-A0ED-5A9BA5E26C28}" dt="2026-09-26T12:51:30.159" v="8" actId="1076"/>
          <ac:spMkLst>
            <pc:docMk/>
            <pc:sldMk cId="1300071524" sldId="256"/>
            <ac:spMk id="20" creationId="{0919DA27-9406-20B4-F3B2-FAFD724D12B6}"/>
          </ac:spMkLst>
        </pc:spChg>
        <pc:picChg chg="mod">
          <ac:chgData name="Franke, Maximilian" userId="dafa84c9-54ec-4ab2-8662-7b36881afb35" providerId="ADAL" clId="{DB9EDEB8-B59F-421B-A0ED-5A9BA5E26C28}" dt="2026-09-26T12:51:15.987" v="6" actId="1076"/>
          <ac:picMkLst>
            <pc:docMk/>
            <pc:sldMk cId="1300071524" sldId="256"/>
            <ac:picMk id="18" creationId="{BBFB6EC5-4045-EB14-4ED8-E672D7266A0D}"/>
          </ac:picMkLst>
        </pc:picChg>
      </pc:sldChg>
      <pc:sldChg chg="del">
        <pc:chgData name="Franke, Maximilian" userId="dafa84c9-54ec-4ab2-8662-7b36881afb35" providerId="ADAL" clId="{DB9EDEB8-B59F-421B-A0ED-5A9BA5E26C28}" dt="2026-09-26T13:01:09.556" v="48" actId="47"/>
        <pc:sldMkLst>
          <pc:docMk/>
          <pc:sldMk cId="441462846" sldId="258"/>
        </pc:sldMkLst>
      </pc:sldChg>
      <pc:sldChg chg="addSp delSp mod">
        <pc:chgData name="Franke, Maximilian" userId="dafa84c9-54ec-4ab2-8662-7b36881afb35" providerId="ADAL" clId="{DB9EDEB8-B59F-421B-A0ED-5A9BA5E26C28}" dt="2026-09-26T12:50:24.029" v="2" actId="22"/>
        <pc:sldMkLst>
          <pc:docMk/>
          <pc:sldMk cId="1406150658" sldId="259"/>
        </pc:sldMkLst>
        <pc:spChg chg="add del">
          <ac:chgData name="Franke, Maximilian" userId="dafa84c9-54ec-4ab2-8662-7b36881afb35" providerId="ADAL" clId="{DB9EDEB8-B59F-421B-A0ED-5A9BA5E26C28}" dt="2026-09-26T12:50:19.208" v="1" actId="22"/>
          <ac:spMkLst>
            <pc:docMk/>
            <pc:sldMk cId="1406150658" sldId="259"/>
            <ac:spMk id="12" creationId="{043E76D0-61D5-E66D-4562-06CA3D75A0E2}"/>
          </ac:spMkLst>
        </pc:spChg>
        <pc:spChg chg="add">
          <ac:chgData name="Franke, Maximilian" userId="dafa84c9-54ec-4ab2-8662-7b36881afb35" providerId="ADAL" clId="{DB9EDEB8-B59F-421B-A0ED-5A9BA5E26C28}" dt="2026-09-26T12:50:24.029" v="2" actId="22"/>
          <ac:spMkLst>
            <pc:docMk/>
            <pc:sldMk cId="1406150658" sldId="259"/>
            <ac:spMk id="14" creationId="{BFD0553F-07A9-DFF8-25F1-6034A979DE5F}"/>
          </ac:spMkLst>
        </pc:spChg>
      </pc:sldChg>
      <pc:sldChg chg="addSp delSp modSp mod">
        <pc:chgData name="Franke, Maximilian" userId="dafa84c9-54ec-4ab2-8662-7b36881afb35" providerId="ADAL" clId="{DB9EDEB8-B59F-421B-A0ED-5A9BA5E26C28}" dt="2026-09-26T12:58:10.576" v="24" actId="21"/>
        <pc:sldMkLst>
          <pc:docMk/>
          <pc:sldMk cId="3046454901" sldId="262"/>
        </pc:sldMkLst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4" creationId="{BCC5C2F3-06C8-AD17-4B4F-73E72E087ADB}"/>
          </ac:spMkLst>
        </pc:spChg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5" creationId="{D96775C2-2AD4-3FD1-CED8-2BEFC1825AF4}"/>
          </ac:spMkLst>
        </pc:spChg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6" creationId="{23F96EC7-CF86-16B3-0A1C-950D18232A50}"/>
          </ac:spMkLst>
        </pc:spChg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7" creationId="{5DBBB2CA-79D3-F550-A108-5DDA2BE0C66A}"/>
          </ac:spMkLst>
        </pc:spChg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9" creationId="{FD463494-FE2F-8D93-C5CC-688705DD8B68}"/>
          </ac:spMkLst>
        </pc:spChg>
        <pc:spChg chg="del">
          <ac:chgData name="Franke, Maximilian" userId="dafa84c9-54ec-4ab2-8662-7b36881afb35" providerId="ADAL" clId="{DB9EDEB8-B59F-421B-A0ED-5A9BA5E26C28}" dt="2026-09-26T12:57:47.377" v="19" actId="478"/>
          <ac:spMkLst>
            <pc:docMk/>
            <pc:sldMk cId="3046454901" sldId="262"/>
            <ac:spMk id="10" creationId="{24B2FA8D-14D2-4E2E-E263-831CF7EACA2A}"/>
          </ac:spMkLst>
        </pc:spChg>
        <pc:picChg chg="del">
          <ac:chgData name="Franke, Maximilian" userId="dafa84c9-54ec-4ab2-8662-7b36881afb35" providerId="ADAL" clId="{DB9EDEB8-B59F-421B-A0ED-5A9BA5E26C28}" dt="2026-09-26T12:57:34.254" v="14" actId="478"/>
          <ac:picMkLst>
            <pc:docMk/>
            <pc:sldMk cId="3046454901" sldId="262"/>
            <ac:picMk id="18" creationId="{0990E602-063A-E9E0-BDEF-F3706C742753}"/>
          </ac:picMkLst>
        </pc:picChg>
        <pc:picChg chg="add del mod">
          <ac:chgData name="Franke, Maximilian" userId="dafa84c9-54ec-4ab2-8662-7b36881afb35" providerId="ADAL" clId="{DB9EDEB8-B59F-421B-A0ED-5A9BA5E26C28}" dt="2026-09-26T12:57:44.523" v="18" actId="21"/>
          <ac:picMkLst>
            <pc:docMk/>
            <pc:sldMk cId="3046454901" sldId="262"/>
            <ac:picMk id="20" creationId="{8469977E-483C-8562-6079-EA28C8BA7CA8}"/>
          </ac:picMkLst>
        </pc:picChg>
        <pc:picChg chg="add del mod">
          <ac:chgData name="Franke, Maximilian" userId="dafa84c9-54ec-4ab2-8662-7b36881afb35" providerId="ADAL" clId="{DB9EDEB8-B59F-421B-A0ED-5A9BA5E26C28}" dt="2026-09-26T12:57:44.523" v="18" actId="21"/>
          <ac:picMkLst>
            <pc:docMk/>
            <pc:sldMk cId="3046454901" sldId="262"/>
            <ac:picMk id="22" creationId="{CF4EF10B-3845-425E-2AA6-836C61DEF7EE}"/>
          </ac:picMkLst>
        </pc:picChg>
        <pc:picChg chg="add del mod ord">
          <ac:chgData name="Franke, Maximilian" userId="dafa84c9-54ec-4ab2-8662-7b36881afb35" providerId="ADAL" clId="{DB9EDEB8-B59F-421B-A0ED-5A9BA5E26C28}" dt="2026-09-26T12:58:10.576" v="24" actId="21"/>
          <ac:picMkLst>
            <pc:docMk/>
            <pc:sldMk cId="3046454901" sldId="262"/>
            <ac:picMk id="24" creationId="{78F9B36C-B1B3-59B7-0C8E-F18B64944E97}"/>
          </ac:picMkLst>
        </pc:picChg>
        <pc:picChg chg="add mod">
          <ac:chgData name="Franke, Maximilian" userId="dafa84c9-54ec-4ab2-8662-7b36881afb35" providerId="ADAL" clId="{DB9EDEB8-B59F-421B-A0ED-5A9BA5E26C28}" dt="2026-09-26T12:58:02.870" v="22" actId="1076"/>
          <ac:picMkLst>
            <pc:docMk/>
            <pc:sldMk cId="3046454901" sldId="262"/>
            <ac:picMk id="26" creationId="{53972EA8-7306-15F6-4ED8-7CC5F775DCAA}"/>
          </ac:picMkLst>
        </pc:picChg>
      </pc:sldChg>
      <pc:sldChg chg="del">
        <pc:chgData name="Franke, Maximilian" userId="dafa84c9-54ec-4ab2-8662-7b36881afb35" providerId="ADAL" clId="{DB9EDEB8-B59F-421B-A0ED-5A9BA5E26C28}" dt="2026-09-26T13:01:08.711" v="47" actId="47"/>
        <pc:sldMkLst>
          <pc:docMk/>
          <pc:sldMk cId="3172485642" sldId="263"/>
        </pc:sldMkLst>
      </pc:sldChg>
      <pc:sldChg chg="modSp mod">
        <pc:chgData name="Franke, Maximilian" userId="dafa84c9-54ec-4ab2-8662-7b36881afb35" providerId="ADAL" clId="{DB9EDEB8-B59F-421B-A0ED-5A9BA5E26C28}" dt="2026-09-26T12:53:31.703" v="10" actId="14100"/>
        <pc:sldMkLst>
          <pc:docMk/>
          <pc:sldMk cId="3502482797" sldId="264"/>
        </pc:sldMkLst>
        <pc:picChg chg="mod modCrop">
          <ac:chgData name="Franke, Maximilian" userId="dafa84c9-54ec-4ab2-8662-7b36881afb35" providerId="ADAL" clId="{DB9EDEB8-B59F-421B-A0ED-5A9BA5E26C28}" dt="2026-09-26T12:53:31.703" v="10" actId="14100"/>
          <ac:picMkLst>
            <pc:docMk/>
            <pc:sldMk cId="3502482797" sldId="264"/>
            <ac:picMk id="17" creationId="{42B5A70C-1F6D-9D31-A730-506BF718470F}"/>
          </ac:picMkLst>
        </pc:picChg>
      </pc:sldChg>
      <pc:sldChg chg="addSp delSp new del mod">
        <pc:chgData name="Franke, Maximilian" userId="dafa84c9-54ec-4ab2-8662-7b36881afb35" providerId="ADAL" clId="{DB9EDEB8-B59F-421B-A0ED-5A9BA5E26C28}" dt="2026-09-26T13:00:38.780" v="46" actId="47"/>
        <pc:sldMkLst>
          <pc:docMk/>
          <pc:sldMk cId="1546056560" sldId="265"/>
        </pc:sldMkLst>
        <pc:picChg chg="add del">
          <ac:chgData name="Franke, Maximilian" userId="dafa84c9-54ec-4ab2-8662-7b36881afb35" providerId="ADAL" clId="{DB9EDEB8-B59F-421B-A0ED-5A9BA5E26C28}" dt="2026-09-26T12:59:08.550" v="32" actId="21"/>
          <ac:picMkLst>
            <pc:docMk/>
            <pc:sldMk cId="1546056560" sldId="265"/>
            <ac:picMk id="3" creationId="{7B53CFC9-3A12-CC6C-4B45-C9000CD46AAA}"/>
          </ac:picMkLst>
        </pc:picChg>
      </pc:sldChg>
      <pc:sldChg chg="add del setBg">
        <pc:chgData name="Franke, Maximilian" userId="dafa84c9-54ec-4ab2-8662-7b36881afb35" providerId="ADAL" clId="{DB9EDEB8-B59F-421B-A0ED-5A9BA5E26C28}" dt="2026-09-26T12:59:06.855" v="31" actId="47"/>
        <pc:sldMkLst>
          <pc:docMk/>
          <pc:sldMk cId="3629554753" sldId="266"/>
        </pc:sldMkLst>
      </pc:sldChg>
      <pc:sldChg chg="add del setBg">
        <pc:chgData name="Franke, Maximilian" userId="dafa84c9-54ec-4ab2-8662-7b36881afb35" providerId="ADAL" clId="{DB9EDEB8-B59F-421B-A0ED-5A9BA5E26C28}" dt="2026-09-26T12:58:25.951" v="29" actId="47"/>
        <pc:sldMkLst>
          <pc:docMk/>
          <pc:sldMk cId="842665780" sldId="267"/>
        </pc:sldMkLst>
      </pc:sldChg>
      <pc:sldChg chg="addSp delSp modSp add mod ord">
        <pc:chgData name="Franke, Maximilian" userId="dafa84c9-54ec-4ab2-8662-7b36881afb35" providerId="ADAL" clId="{DB9EDEB8-B59F-421B-A0ED-5A9BA5E26C28}" dt="2026-09-26T13:00:26.117" v="45" actId="478"/>
        <pc:sldMkLst>
          <pc:docMk/>
          <pc:sldMk cId="4113045450" sldId="267"/>
        </pc:sldMkLst>
        <pc:picChg chg="add mod modCrop">
          <ac:chgData name="Franke, Maximilian" userId="dafa84c9-54ec-4ab2-8662-7b36881afb35" providerId="ADAL" clId="{DB9EDEB8-B59F-421B-A0ED-5A9BA5E26C28}" dt="2026-09-26T13:00:16.812" v="44" actId="732"/>
          <ac:picMkLst>
            <pc:docMk/>
            <pc:sldMk cId="4113045450" sldId="267"/>
            <ac:picMk id="4" creationId="{F4948C84-0C50-5189-87B4-16DEC71B6439}"/>
          </ac:picMkLst>
        </pc:picChg>
        <pc:picChg chg="add del mod">
          <ac:chgData name="Franke, Maximilian" userId="dafa84c9-54ec-4ab2-8662-7b36881afb35" providerId="ADAL" clId="{DB9EDEB8-B59F-421B-A0ED-5A9BA5E26C28}" dt="2026-09-26T13:00:26.117" v="45" actId="478"/>
          <ac:picMkLst>
            <pc:docMk/>
            <pc:sldMk cId="4113045450" sldId="267"/>
            <ac:picMk id="6" creationId="{D56B1217-3057-8C45-9732-DBC9F7D5E8DE}"/>
          </ac:picMkLst>
        </pc:picChg>
        <pc:picChg chg="del">
          <ac:chgData name="Franke, Maximilian" userId="dafa84c9-54ec-4ab2-8662-7b36881afb35" providerId="ADAL" clId="{DB9EDEB8-B59F-421B-A0ED-5A9BA5E26C28}" dt="2026-09-26T12:59:10.183" v="33" actId="478"/>
          <ac:picMkLst>
            <pc:docMk/>
            <pc:sldMk cId="4113045450" sldId="267"/>
            <ac:picMk id="26" creationId="{5802032D-3F57-33EA-A290-D62BACD000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99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10–15 Sek. Münster Match hilft dir, aus Münsters Eventvielfalt schnell das Richtige zu finden.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15–20 Sek. Münster bietet ständig spannende Events. Das Problem ist nicht das Angebot – sondern schnell zu erkennen, was gerade wirklich zu mir passt.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9961-BB19-C408-5939-81987B65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3C079-F61A-70B4-9308-E875EEDD6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81598-91DB-308D-8553-87A9548D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25–30 Sek. Münster Match sammelt das breite Eventangebot. Aus Interessen, Ort und Zeitpunkt entstehen nur wenige Vorschläge, die in diesem Moment passen.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F942B-CF02-BEEA-5101-C4FD750595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99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FE44-8F66-F54F-1255-35742E65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05AF2-27F9-5D85-7955-488680CAF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A85A-EF91-2B63-2E65-8075F6A3B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25–30 Sek. Münster Match sammelt das breite Eventangebot. Aus Interessen, Ort und Zeitpunkt entstehen nur wenige Vorschläge, die in diesem Moment passen.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ECF19-E4B7-3026-09AA-AC714F4A7A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2170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73C6-CD12-9825-4FF9-318359D8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4CAAE-F805-FB93-A750-38DB92778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D5F96-4FC4-986E-8477-C255A3E4A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25–30 Sek. Münster Match sammelt das breite Eventangebot. Aus Interessen, Ort und Zeitpunkt entstehen nur wenige Vorschläge, die in diesem Moment passen.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5A38E-81E5-1C71-DCFC-A7378DF463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990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45–60 Sek. Live in die App wechseln und den Weg von der Auswahl bis zu den persönlichen Vorschlägen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25–30 Sek. Danach wächst Münster Match in drei Richtungen: Community-Orte, lokale Trends und direkte Buchungen als möglicher Erlösbaustein.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5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BBFB6EC5-4045-EB14-4ED8-E672D7266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106" y="5502"/>
            <a:ext cx="4995894" cy="685800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E68B737E-137C-4C09-9835-2D79336AE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AD34A82-BEC9-481C-84CB-964B3E4A720B}"/>
              </a:ext>
            </a:extLst>
          </p:cNvPr>
          <p:cNvSpPr>
            <a:spLocks noGrp="1"/>
          </p:cNvSpPr>
          <p:nvPr/>
        </p:nvSpPr>
        <p:spPr>
          <a:xfrm>
            <a:off x="730930" y="1976526"/>
            <a:ext cx="7719106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800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  <a:endParaRPr sz="80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Gerader Verbinder 4">
            <a:extLst>
              <a:ext uri="{FF2B5EF4-FFF2-40B4-BE49-F238E27FC236}">
                <a16:creationId xmlns:a16="http://schemas.microsoft.com/office/drawing/2014/main" id="{BEBB6742-2CC8-4105-8AAF-D6A74D0D78A4}"/>
              </a:ext>
            </a:extLst>
          </p:cNvPr>
          <p:cNvSpPr>
            <a:spLocks noGrp="1"/>
          </p:cNvSpPr>
          <p:nvPr/>
        </p:nvSpPr>
        <p:spPr>
          <a:xfrm>
            <a:off x="1028698" y="2920152"/>
            <a:ext cx="5894615" cy="0"/>
          </a:xfrm>
          <a:prstGeom prst="line">
            <a:avLst/>
          </a:prstGeom>
          <a:noFill/>
          <a:ln w="114300">
            <a:solidFill>
              <a:srgbClr val="837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4B5307F-29D0-2BD4-E7E5-59A3A196F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1326" y="972911"/>
            <a:ext cx="1947241" cy="1947241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0919DA27-9406-20B4-F3B2-FAFD724D12B6}"/>
              </a:ext>
            </a:extLst>
          </p:cNvPr>
          <p:cNvSpPr>
            <a:spLocks noGrp="1"/>
          </p:cNvSpPr>
          <p:nvPr/>
        </p:nvSpPr>
        <p:spPr>
          <a:xfrm>
            <a:off x="8217678" y="2920152"/>
            <a:ext cx="2477536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Bahnschrift SemiLight" panose="020B0502040204020203" pitchFamily="34" charset="0"/>
                <a:ea typeface="Aptos Display"/>
                <a:cs typeface="Aptos Display"/>
              </a:rPr>
              <a:t>Weniger suchen,</a:t>
            </a:r>
          </a:p>
          <a:p>
            <a:pPr algn="l">
              <a:defRPr sz="24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Bahnschrift SemiLight" panose="020B0502040204020203" pitchFamily="34" charset="0"/>
                <a:ea typeface="Aptos Display"/>
                <a:cs typeface="Aptos Display"/>
              </a:rPr>
              <a:t>mehr erleben!</a:t>
            </a:r>
          </a:p>
        </p:txBody>
      </p:sp>
    </p:spTree>
    <p:extLst>
      <p:ext uri="{BB962C8B-B14F-4D97-AF65-F5344CB8AC3E}">
        <p14:creationId xmlns:p14="http://schemas.microsoft.com/office/powerpoint/2010/main" val="130007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EAF2DE9B-1965-44A7-A8FF-7A04E136D8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733C523-D4C0-443B-AE00-6000D6F63525}"/>
              </a:ext>
            </a:extLst>
          </p:cNvPr>
          <p:cNvSpPr>
            <a:spLocks noGrp="1"/>
          </p:cNvSpPr>
          <p:nvPr/>
        </p:nvSpPr>
        <p:spPr>
          <a:xfrm>
            <a:off x="608547" y="178779"/>
            <a:ext cx="9715500" cy="516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3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In Münster </a:t>
            </a:r>
            <a:r>
              <a:rPr lang="de-DE" sz="39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ist</a:t>
            </a:r>
            <a:r>
              <a:rPr lang="de-DE" sz="3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 immer </a:t>
            </a:r>
            <a:r>
              <a:rPr lang="de-DE" sz="39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etwas</a:t>
            </a:r>
            <a:r>
              <a:rPr lang="de-DE" sz="3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 los</a:t>
            </a:r>
            <a:endParaRPr sz="39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F12A536-3B8C-4F7B-8E0F-8EDB65AD35D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CC430D5-22DC-4B0E-A846-F1327BC7006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B014BF8-AD53-3929-42EF-AF7EF924D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47" y="934630"/>
            <a:ext cx="3753497" cy="520810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357CDA1-D815-7D90-1C07-0890D0EC5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44" y="934630"/>
            <a:ext cx="2068976" cy="290222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8D2A98-D2EB-D7CF-71AD-D099FF26AB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" t="1739" r="1205" b="2855"/>
          <a:stretch>
            <a:fillRect/>
          </a:stretch>
        </p:blipFill>
        <p:spPr>
          <a:xfrm>
            <a:off x="4362045" y="3836856"/>
            <a:ext cx="4235304" cy="231755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B0E13FE-ABCC-7411-B609-DAE535F9E7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5" t="33497" r="4049" b="9169"/>
          <a:stretch>
            <a:fillRect/>
          </a:stretch>
        </p:blipFill>
        <p:spPr>
          <a:xfrm>
            <a:off x="6431020" y="934630"/>
            <a:ext cx="5442545" cy="1738519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B1FC8848-9344-9F1B-4DC5-F34A53E626F7}"/>
              </a:ext>
            </a:extLst>
          </p:cNvPr>
          <p:cNvSpPr txBox="1"/>
          <p:nvPr/>
        </p:nvSpPr>
        <p:spPr>
          <a:xfrm>
            <a:off x="6354393" y="3121765"/>
            <a:ext cx="53938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800" b="1" dirty="0">
                <a:solidFill>
                  <a:srgbClr val="837F4A"/>
                </a:solidFill>
              </a:rPr>
              <a:t>Das Pferd in der Kunst des 16. bis 18. Jahrhunderts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1F147121-E761-7B92-0E53-1C55E30B54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198" y="4075872"/>
            <a:ext cx="2343921" cy="175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2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6488A-D8C4-6944-9114-1259DA37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853A4FB-5A89-38A2-A022-E6CB0A4A77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99E3190-FA0B-9755-A25E-9980A5B3FED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FF5B8A1-76EE-F256-94F3-269597405EB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2B5A70C-1F6D-9D31-A730-506BF7184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21"/>
          <a:stretch>
            <a:fillRect/>
          </a:stretch>
        </p:blipFill>
        <p:spPr>
          <a:xfrm>
            <a:off x="699051" y="934278"/>
            <a:ext cx="10944126" cy="5229758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1F88F636-165D-6C5E-4E86-BB9A0C494C8F}"/>
              </a:ext>
            </a:extLst>
          </p:cNvPr>
          <p:cNvSpPr>
            <a:spLocks noGrp="1"/>
          </p:cNvSpPr>
          <p:nvPr/>
        </p:nvSpPr>
        <p:spPr>
          <a:xfrm>
            <a:off x="608546" y="178779"/>
            <a:ext cx="10973853" cy="516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6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40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 saugt Eventangebote für dich ein</a:t>
            </a:r>
          </a:p>
        </p:txBody>
      </p:sp>
    </p:spTree>
    <p:extLst>
      <p:ext uri="{BB962C8B-B14F-4D97-AF65-F5344CB8AC3E}">
        <p14:creationId xmlns:p14="http://schemas.microsoft.com/office/powerpoint/2010/main" val="350248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16C7E-DDA6-A6D5-C3A0-A349B12F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815D184F-6A41-8880-61AE-FB226545F4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67E2B82-25D6-1E7B-18D0-A006D957576B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0382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 </a:t>
            </a:r>
            <a:r>
              <a:rPr lang="de-DE" sz="36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saugt</a:t>
            </a: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de-DE" sz="36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Eventangebot</a:t>
            </a: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e ein</a:t>
            </a:r>
            <a:endParaRPr sz="36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671D5AC-E6A7-F217-ABCE-9433EA87337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A6D872B-C16D-2BF9-A41F-FC2B515FEC2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9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53972EA8-7306-15F6-4ED8-7CC5F775D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69" y="1699105"/>
            <a:ext cx="6058746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5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BD916-BF82-58B3-585B-1677D545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10B863EA-91C0-1AC3-C780-2FACCE907C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2C474BD-F3CD-A15C-E3FB-37105E7EA801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0382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 </a:t>
            </a:r>
            <a:r>
              <a:rPr lang="de-DE" sz="36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saugt</a:t>
            </a: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de-DE" sz="3600" b="1" err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Eventangebot</a:t>
            </a:r>
            <a:r>
              <a:rPr lang="de-DE" sz="36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e ein</a:t>
            </a:r>
            <a:endParaRPr sz="36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CDF9E1-C9F3-844B-6424-BE85FB18E24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ADB6EB2-B55C-9A16-E688-8913046116A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900" b="1" dirty="0">
              <a:solidFill>
                <a:srgbClr val="0B3D2E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948C84-0C50-5189-87B4-16DEC71B6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5" r="5237"/>
          <a:stretch>
            <a:fillRect/>
          </a:stretch>
        </p:blipFill>
        <p:spPr>
          <a:xfrm>
            <a:off x="753379" y="1699105"/>
            <a:ext cx="6210936" cy="301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4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2B8C9F4-899E-464F-A4DB-546484074C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E798558-61DB-46BA-8001-CF0EDBF81116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266700" cy="266700"/>
          </a:xfrm>
          <a:prstGeom prst="ellipse">
            <a:avLst/>
          </a:prstGeom>
          <a:solidFill>
            <a:srgbClr val="FF0000"/>
          </a:solidFill>
          <a:ln w="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12065CD-8363-44CF-ABC6-9CFADE06489E}"/>
              </a:ext>
            </a:extLst>
          </p:cNvPr>
          <p:cNvSpPr>
            <a:spLocks noGrp="1"/>
          </p:cNvSpPr>
          <p:nvPr/>
        </p:nvSpPr>
        <p:spPr>
          <a:xfrm>
            <a:off x="828675" y="1971675"/>
            <a:ext cx="4381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CDD09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100" b="1" dirty="0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JETZT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7123AB-A9F1-4E3A-9BC7-81B686921FBF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685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8400" b="1" dirty="0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LIVE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C2F03D4-64AA-41B0-86BA-B8877CC636BF}"/>
              </a:ext>
            </a:extLst>
          </p:cNvPr>
          <p:cNvSpPr>
            <a:spLocks noGrp="1"/>
          </p:cNvSpPr>
          <p:nvPr/>
        </p:nvSpPr>
        <p:spPr>
          <a:xfrm>
            <a:off x="3019425" y="2495550"/>
            <a:ext cx="8286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69C803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8400" b="1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DEMO!</a:t>
            </a:r>
          </a:p>
        </p:txBody>
      </p:sp>
      <p:sp>
        <p:nvSpPr>
          <p:cNvPr id="6" name="Gerader Verbinder 5">
            <a:extLst>
              <a:ext uri="{FF2B5EF4-FFF2-40B4-BE49-F238E27FC236}">
                <a16:creationId xmlns:a16="http://schemas.microsoft.com/office/drawing/2014/main" id="{4AC9B09B-E856-4B75-BEF0-DEF811833EA8}"/>
              </a:ext>
            </a:extLst>
          </p:cNvPr>
          <p:cNvSpPr>
            <a:spLocks noGrp="1"/>
          </p:cNvSpPr>
          <p:nvPr/>
        </p:nvSpPr>
        <p:spPr>
          <a:xfrm>
            <a:off x="7543800" y="3143250"/>
            <a:ext cx="3429000" cy="0"/>
          </a:xfrm>
          <a:prstGeom prst="line">
            <a:avLst/>
          </a:prstGeom>
          <a:noFill/>
          <a:ln w="76200">
            <a:solidFill>
              <a:srgbClr val="837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647470D-617F-460B-A5DF-AC1D972F44BE}"/>
              </a:ext>
            </a:extLst>
          </p:cNvPr>
          <p:cNvSpPr>
            <a:spLocks noGrp="1"/>
          </p:cNvSpPr>
          <p:nvPr/>
        </p:nvSpPr>
        <p:spPr>
          <a:xfrm>
            <a:off x="7543800" y="2133600"/>
            <a:ext cx="3524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25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Von der Idee</a:t>
            </a:r>
          </a:p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25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zum persönlichen Match.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659854-F528-49CC-8BA8-A47A297FFAF9}"/>
              </a:ext>
            </a:extLst>
          </p:cNvPr>
          <p:cNvSpPr>
            <a:spLocks noGrp="1"/>
          </p:cNvSpPr>
          <p:nvPr/>
        </p:nvSpPr>
        <p:spPr>
          <a:xfrm>
            <a:off x="1102995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FD0553F-07A9-DFF8-25F1-6034A979DE5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 dirty="0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</p:spTree>
    <p:extLst>
      <p:ext uri="{BB962C8B-B14F-4D97-AF65-F5344CB8AC3E}">
        <p14:creationId xmlns:p14="http://schemas.microsoft.com/office/powerpoint/2010/main" val="140615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62526D77-F1A7-4694-B4E5-857F045E3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4F3C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387FAD0-6D04-40D4-8CE7-C88BA6E6EBEA}"/>
              </a:ext>
            </a:extLst>
          </p:cNvPr>
          <p:cNvSpPr>
            <a:spLocks noGrp="1"/>
          </p:cNvSpPr>
          <p:nvPr/>
        </p:nvSpPr>
        <p:spPr>
          <a:xfrm>
            <a:off x="608546" y="1963807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E30613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4650" b="1" dirty="0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335378E-C3F6-471F-B25D-F42C50B5E4C6}"/>
              </a:ext>
            </a:extLst>
          </p:cNvPr>
          <p:cNvSpPr>
            <a:spLocks noGrp="1"/>
          </p:cNvSpPr>
          <p:nvPr/>
        </p:nvSpPr>
        <p:spPr>
          <a:xfrm>
            <a:off x="1418171" y="1802296"/>
            <a:ext cx="2952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Community Places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628D79-7F29-482B-8B78-A8BCEDE23494}"/>
              </a:ext>
            </a:extLst>
          </p:cNvPr>
          <p:cNvSpPr>
            <a:spLocks noGrp="1"/>
          </p:cNvSpPr>
          <p:nvPr/>
        </p:nvSpPr>
        <p:spPr>
          <a:xfrm>
            <a:off x="608546" y="2874191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69C803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4650" b="1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E831971-8968-4CE9-9054-0FD3F1F707B6}"/>
              </a:ext>
            </a:extLst>
          </p:cNvPr>
          <p:cNvSpPr>
            <a:spLocks noGrp="1"/>
          </p:cNvSpPr>
          <p:nvPr/>
        </p:nvSpPr>
        <p:spPr>
          <a:xfrm>
            <a:off x="1402850" y="2702741"/>
            <a:ext cx="2678596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Trends in Münster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A52DD27-7F97-4A30-8472-C06DC40DFBF2}"/>
              </a:ext>
            </a:extLst>
          </p:cNvPr>
          <p:cNvSpPr>
            <a:spLocks noGrp="1"/>
          </p:cNvSpPr>
          <p:nvPr/>
        </p:nvSpPr>
        <p:spPr>
          <a:xfrm>
            <a:off x="608546" y="3778113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F5603C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4650" b="1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CD613B-93F3-4FCE-B854-41DCECD79CAC}"/>
              </a:ext>
            </a:extLst>
          </p:cNvPr>
          <p:cNvSpPr>
            <a:spLocks noGrp="1"/>
          </p:cNvSpPr>
          <p:nvPr/>
        </p:nvSpPr>
        <p:spPr>
          <a:xfrm>
            <a:off x="1383798" y="3649732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>
                <a:solidFill>
                  <a:srgbClr val="837F4A"/>
                </a:solidFill>
                <a:latin typeface="Aptos Display"/>
                <a:ea typeface="Aptos Display"/>
                <a:cs typeface="Aptos Display"/>
              </a:rPr>
              <a:t>Instant Booking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64C200A-C3CA-4F9B-9E4E-A73B14BD480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MÜNSTER MATCH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332B1A5-349C-4277-BCDA-0E7BA67B584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9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FA65D21-1336-D18D-CDEC-E82B3A00BB5C}"/>
              </a:ext>
            </a:extLst>
          </p:cNvPr>
          <p:cNvSpPr>
            <a:spLocks noGrp="1"/>
          </p:cNvSpPr>
          <p:nvPr/>
        </p:nvSpPr>
        <p:spPr>
          <a:xfrm>
            <a:off x="608546" y="178779"/>
            <a:ext cx="10973853" cy="516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60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4000" b="1">
                <a:solidFill>
                  <a:srgbClr val="253C30"/>
                </a:solidFill>
                <a:latin typeface="Aptos Display"/>
                <a:ea typeface="Aptos Display"/>
                <a:cs typeface="Aptos Display"/>
              </a:rPr>
              <a:t>Ausblick</a:t>
            </a:r>
          </a:p>
        </p:txBody>
      </p:sp>
      <p:sp>
        <p:nvSpPr>
          <p:cNvPr id="25" name="qr-placeholder">
            <a:extLst>
              <a:ext uri="{FF2B5EF4-FFF2-40B4-BE49-F238E27FC236}">
                <a16:creationId xmlns:a16="http://schemas.microsoft.com/office/drawing/2014/main" id="{46FEE866-B629-C593-059B-3957B9DFFCAB}"/>
              </a:ext>
            </a:extLst>
          </p:cNvPr>
          <p:cNvSpPr>
            <a:spLocks noGrp="1"/>
          </p:cNvSpPr>
          <p:nvPr/>
        </p:nvSpPr>
        <p:spPr>
          <a:xfrm>
            <a:off x="6103643" y="685550"/>
            <a:ext cx="5143500" cy="5143500"/>
          </a:xfrm>
          <a:prstGeom prst="rect">
            <a:avLst/>
          </a:prstGeom>
          <a:solidFill>
            <a:srgbClr val="F7F7EF"/>
          </a:solidFill>
          <a:ln w="57150">
            <a:solidFill>
              <a:srgbClr val="253C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ACF9EF9-36B7-D1C3-9AA3-C82B23FA011A}"/>
              </a:ext>
            </a:extLst>
          </p:cNvPr>
          <p:cNvSpPr>
            <a:spLocks noGrp="1"/>
          </p:cNvSpPr>
          <p:nvPr/>
        </p:nvSpPr>
        <p:spPr>
          <a:xfrm>
            <a:off x="6446543" y="1028450"/>
            <a:ext cx="1066800" cy="1066800"/>
          </a:xfrm>
          <a:prstGeom prst="rect">
            <a:avLst/>
          </a:prstGeom>
          <a:noFill/>
          <a:ln w="133350">
            <a:solidFill>
              <a:srgbClr val="254F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CC270AE-FBD5-F2E1-6B5F-7EEE87F3E2FB}"/>
              </a:ext>
            </a:extLst>
          </p:cNvPr>
          <p:cNvSpPr>
            <a:spLocks noGrp="1"/>
          </p:cNvSpPr>
          <p:nvPr/>
        </p:nvSpPr>
        <p:spPr>
          <a:xfrm>
            <a:off x="6732293" y="1314200"/>
            <a:ext cx="495300" cy="495300"/>
          </a:xfrm>
          <a:prstGeom prst="rect">
            <a:avLst/>
          </a:prstGeom>
          <a:solidFill>
            <a:srgbClr val="254F3C"/>
          </a:solidFill>
          <a:ln w="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1B6085F-B7BE-085C-4A2B-66B19CE9913E}"/>
              </a:ext>
            </a:extLst>
          </p:cNvPr>
          <p:cNvSpPr>
            <a:spLocks noGrp="1"/>
          </p:cNvSpPr>
          <p:nvPr/>
        </p:nvSpPr>
        <p:spPr>
          <a:xfrm>
            <a:off x="9799343" y="1028450"/>
            <a:ext cx="1066800" cy="1066800"/>
          </a:xfrm>
          <a:prstGeom prst="rect">
            <a:avLst/>
          </a:prstGeom>
          <a:noFill/>
          <a:ln w="133350">
            <a:solidFill>
              <a:srgbClr val="4C4F2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78E522C-1CB0-6B2D-1D32-9EF69BB44750}"/>
              </a:ext>
            </a:extLst>
          </p:cNvPr>
          <p:cNvSpPr>
            <a:spLocks noGrp="1"/>
          </p:cNvSpPr>
          <p:nvPr/>
        </p:nvSpPr>
        <p:spPr>
          <a:xfrm>
            <a:off x="10085093" y="1314200"/>
            <a:ext cx="495300" cy="495300"/>
          </a:xfrm>
          <a:prstGeom prst="rect">
            <a:avLst/>
          </a:prstGeom>
          <a:solidFill>
            <a:srgbClr val="4C4F2C"/>
          </a:solidFill>
          <a:ln w="0">
            <a:solidFill>
              <a:srgbClr val="69C80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AE3371F-1533-D4D8-0BC7-6DAF3783AEDE}"/>
              </a:ext>
            </a:extLst>
          </p:cNvPr>
          <p:cNvSpPr>
            <a:spLocks noGrp="1"/>
          </p:cNvSpPr>
          <p:nvPr/>
        </p:nvSpPr>
        <p:spPr>
          <a:xfrm>
            <a:off x="6446543" y="4381250"/>
            <a:ext cx="1066800" cy="1066800"/>
          </a:xfrm>
          <a:prstGeom prst="rect">
            <a:avLst/>
          </a:prstGeom>
          <a:noFill/>
          <a:ln w="133350">
            <a:solidFill>
              <a:srgbClr val="4C4F2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48F22A6-8A77-E3D6-1C5A-6104B4918CB5}"/>
              </a:ext>
            </a:extLst>
          </p:cNvPr>
          <p:cNvSpPr>
            <a:spLocks noGrp="1"/>
          </p:cNvSpPr>
          <p:nvPr/>
        </p:nvSpPr>
        <p:spPr>
          <a:xfrm>
            <a:off x="6732293" y="4667000"/>
            <a:ext cx="495300" cy="495300"/>
          </a:xfrm>
          <a:prstGeom prst="rect">
            <a:avLst/>
          </a:prstGeom>
          <a:solidFill>
            <a:srgbClr val="4C4F2C"/>
          </a:solidFill>
          <a:ln w="0">
            <a:solidFill>
              <a:srgbClr val="F560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7E0BA1A-5788-E8F5-B5ED-5E94F34F34AA}"/>
              </a:ext>
            </a:extLst>
          </p:cNvPr>
          <p:cNvSpPr>
            <a:spLocks noGrp="1"/>
          </p:cNvSpPr>
          <p:nvPr/>
        </p:nvSpPr>
        <p:spPr>
          <a:xfrm>
            <a:off x="7351418" y="280962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0B3D2E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Aptos Display"/>
              </a:rPr>
              <a:t>QR-CODE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B98BF09-9DFC-10CC-008B-B1B60C8C1D91}"/>
              </a:ext>
            </a:extLst>
          </p:cNvPr>
          <p:cNvSpPr>
            <a:spLocks noGrp="1"/>
          </p:cNvSpPr>
          <p:nvPr/>
        </p:nvSpPr>
        <p:spPr>
          <a:xfrm>
            <a:off x="7646693" y="33144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E30613"/>
                </a:solidFill>
                <a:latin typeface="Aptos Display"/>
                <a:ea typeface="Aptos Display"/>
                <a:cs typeface="Aptos Display"/>
              </a:defRPr>
            </a:pPr>
            <a:r>
              <a:rPr lang="de-DE" sz="2400" b="1" dirty="0">
                <a:solidFill>
                  <a:srgbClr val="837F4A"/>
                </a:solidFill>
                <a:latin typeface="Aptos Display"/>
              </a:rPr>
              <a:t>FOLGT</a:t>
            </a:r>
          </a:p>
        </p:txBody>
      </p:sp>
    </p:spTree>
    <p:extLst>
      <p:ext uri="{BB962C8B-B14F-4D97-AF65-F5344CB8AC3E}">
        <p14:creationId xmlns:p14="http://schemas.microsoft.com/office/powerpoint/2010/main" val="20344105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Breitbild</PresentationFormat>
  <Paragraphs>41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 Display</vt:lpstr>
      <vt:lpstr>Arial</vt:lpstr>
      <vt:lpstr>Bahnschrift SemiLight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Franke, Maximilian</dc:creator>
  <cp:lastModifiedBy>Franke, Maximilian</cp:lastModifiedBy>
  <cp:revision>1</cp:revision>
  <dcterms:created xsi:type="dcterms:W3CDTF">2026-09-26T11:34:48Z</dcterms:created>
  <dcterms:modified xsi:type="dcterms:W3CDTF">2026-09-26T13:01:17Z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32da92-1d53-4d68-ad18-2b386361bbb4_Enabled">
    <vt:lpwstr>true</vt:lpwstr>
  </property>
  <property fmtid="{D5CDD505-2E9C-101B-9397-08002B2CF9AE}" pid="3" name="MSIP_Label_3832da92-1d53-4d68-ad18-2b386361bbb4_SetDate">
    <vt:lpwstr>2026-09-26T12:48:49Z</vt:lpwstr>
  </property>
  <property fmtid="{D5CDD505-2E9C-101B-9397-08002B2CF9AE}" pid="4" name="MSIP_Label_3832da92-1d53-4d68-ad18-2b386361bbb4_Method">
    <vt:lpwstr>Standard</vt:lpwstr>
  </property>
  <property fmtid="{D5CDD505-2E9C-101B-9397-08002B2CF9AE}" pid="5" name="MSIP_Label_3832da92-1d53-4d68-ad18-2b386361bbb4_Name">
    <vt:lpwstr>Internal</vt:lpwstr>
  </property>
  <property fmtid="{D5CDD505-2E9C-101B-9397-08002B2CF9AE}" pid="6" name="MSIP_Label_3832da92-1d53-4d68-ad18-2b386361bbb4_SiteId">
    <vt:lpwstr>8ffb3be7-83a7-463f-a543-aedb2683b1ae</vt:lpwstr>
  </property>
  <property fmtid="{D5CDD505-2E9C-101B-9397-08002B2CF9AE}" pid="7" name="MSIP_Label_3832da92-1d53-4d68-ad18-2b386361bbb4_ActionId">
    <vt:lpwstr>bef3f4aa-8a50-4bb6-a0b4-3452f809c19b</vt:lpwstr>
  </property>
  <property fmtid="{D5CDD505-2E9C-101B-9397-08002B2CF9AE}" pid="8" name="MSIP_Label_3832da92-1d53-4d68-ad18-2b386361bbb4_ContentBits">
    <vt:lpwstr>0</vt:lpwstr>
  </property>
  <property fmtid="{D5CDD505-2E9C-101B-9397-08002B2CF9AE}" pid="9" name="MSIP_Label_3832da92-1d53-4d68-ad18-2b386361bbb4_Tag">
    <vt:lpwstr>10, 3, 0, 1</vt:lpwstr>
  </property>
</Properties>
</file>